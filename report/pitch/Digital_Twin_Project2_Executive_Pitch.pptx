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working system, not a concept. Everything shown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isn't whether to maintain. It's whether we maintain on a calendar or 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room runs its own control loop. Supervisors advise; they never take over. If the coordination layer dies, every room keeps cooling.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crash in a centralised design stops every room. And occupancy data would have to leave the room it came from — this is a privacy choice as much as a resilience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would be 98% if we simply predicted 'no failure' every time — that's why we don't quote accuracy. The model is six times better than the obvious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I'd want to see if I were buying. Our first model was blind to one failure mode. The cause was starvation, not tuning — it had two examples. A model that cannot see something is usually being starved of it. We fixed the data, and we keep the physics threshold as an independent backstop.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earlier version had a 100% false-negative rate on the wet lab — the room where an outage costs most. We found it, fixed its actual cause, and publish both states. What remains is a precision gap in the teaching lab, which is disruptive rather than dangerous. That placement is luck, not design, which is why the audit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energy saving is real but small — €155. The value is in outages you don't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building alone, it does not pay for itself. Integration cost is roughly fixed; benefits scale with unit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recommendation is a pilot to prove the model on real telemetry, then campus scale. Not a building-by-building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system that dispatches technicians to physical equipment needs every command attributable to a person. That's in the budget, not the backlog.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no path from a model score to a physical action that doesn't pass through a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today is built on simulated data. Phase 1 exists to find out cheaply whether it holds on this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400" b="1">
                <a:solidFill>
                  <a:srgbClr val="0F172A"/>
                </a:solidFill>
                <a:latin typeface="Calibri"/>
              </a:rPr>
              <a:t>Smart Facility Digital 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0">
                <a:solidFill>
                  <a:srgbClr val="475569"/>
                </a:solidFill>
                <a:latin typeface="Calibri"/>
              </a:rPr>
              <a:t>Predictive maintenance for building HVAC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2563EB"/>
                </a:solidFill>
                <a:latin typeface="Calibri"/>
              </a:rPr>
              <a:t>6 rooms  ·  2 floors  ·  11 interacting twins  ·  1 machine-learning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We find HVAC failures when someone complains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In a wet lab, that means temperature-sensitive samples are already at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Maintenance runs on a calendar: we service units that don't need it…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62656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…and miss units that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958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No visibility into equipment condition between visits.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The question isn't whether to maintain.</a:t>
            </a:r>
          </a:p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It's whether we maintain on a calendar or on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A digital twin for every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Physics, control and equipment health simulated per room, live over MQTT.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Floor and building twins coordinate a 15 kW electrical budget.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62656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An occupancy twin moves people between rooms — conserving headcount.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958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Dashboard, 3D building view, and machine-learning risk scoring.</a:t>
            </a:r>
          </a:p>
        </p:txBody>
      </p:sp>
      <p:pic>
        <p:nvPicPr>
          <p:cNvPr id="8" name="Picture 7" descr="demo_01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931920"/>
            <a:ext cx="475488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Rooms decide. Supervisors advise.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32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4114800"/>
              </a:tblGrid>
              <a:tr h="51206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Centralised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Federated (chosen)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 crash stops…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every room cooling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coordination only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Occupancy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leaves every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stays room-local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one loop for all rooms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per-room thermal mass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 supervisor 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actuates every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bounded advice, ≤1.5 °C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563EB"/>
                </a:solidFill>
                <a:latin typeface="Calibri"/>
              </a:rPr>
              <a:t>The 1.5 °C limit is enforced by the room, not by the supervisor sending the advice.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Four hours of warning before a failure</a:t>
            </a:r>
          </a:p>
        </p:txBody>
      </p:sp>
      <p:pic>
        <p:nvPicPr>
          <p:cNvPr id="4" name="Picture 3" descr="pitch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438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219456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Calibri"/>
              </a:rPr>
              <a:t>PR-AUC  0.96</a:t>
            </a:r>
          </a:p>
          <a:p>
            <a:pPr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Calibri"/>
              </a:rPr>
              <a:t>Recall  0.99</a:t>
            </a:r>
          </a:p>
          <a:p>
            <a:pPr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Calibri"/>
              </a:rPr>
              <a:t>Precision  0.71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402336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Accuracy would be 98 % if we always predicted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"no failure". That is why we don't quote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WHAT WENT WRONG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One failure mode was invisible — and why</a:t>
            </a:r>
          </a:p>
        </p:txBody>
      </p:sp>
      <p:pic>
        <p:nvPicPr>
          <p:cNvPr id="4" name="Picture 3" descr="pitch_fault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28615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201168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B45309"/>
                </a:solidFill>
                <a:latin typeface="Calibri"/>
              </a:rPr>
              <a:t>Heat-dissipation recall: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B45309"/>
                </a:solidFill>
                <a:latin typeface="Calibri"/>
              </a:rPr>
              <a:t>0.00 → 0.95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The first model missed that mode entirely.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It had seen about two examples of it.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The fix was to the DATA, not the model: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six identical units were replaced by six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with realistic, different wear characters.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A physics threshold still backs it 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FAIRNESS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Detection is even — precision is not</a:t>
            </a:r>
          </a:p>
        </p:txBody>
      </p:sp>
      <p:pic>
        <p:nvPicPr>
          <p:cNvPr id="4" name="Picture 3" descr="pitch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1634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201168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15803D"/>
                </a:solidFill>
                <a:latin typeface="Calibri"/>
              </a:rPr>
              <a:t>Recall 0.95–1.00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15803D"/>
                </a:solidFill>
                <a:latin typeface="Calibri"/>
              </a:rPr>
              <a:t>in every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Room identity is excluded from the model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by construction, so it cannot learn a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per-room prior.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Teaching Lab C remains weakest: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precision 0.46 — about half its work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orders are unnecessary.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We re-run this audit after every retrain.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Where the value actually is</a:t>
            </a:r>
          </a:p>
        </p:txBody>
      </p:sp>
      <p:pic>
        <p:nvPicPr>
          <p:cNvPr id="4" name="Picture 3" descr="pitch_bene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266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15803D"/>
                </a:solidFill>
                <a:latin typeface="Calibri"/>
              </a:rPr>
              <a:t>≈ €5,800 /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320040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Anyone pitching predictive maintenance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on fan energy alone is selling you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something. The value is in outages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you don't have.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UNCOMFORTABLE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At six units, it does not pay for itself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One-off investment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€17,000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Recurring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€2,900 / year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Net benefit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€3,100 / year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Payback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5.5 years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5-year NPV @ 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−€4,622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210312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Integration cost is roughly fixed.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Benefits scale with unit count.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This is a question of scale —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not of whether the technology works.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Where it does pay</a:t>
            </a:r>
          </a:p>
        </p:txBody>
      </p:sp>
      <p:pic>
        <p:nvPicPr>
          <p:cNvPr id="4" name="Picture 3" descr="pitch_pay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304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2377440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2563EB"/>
                </a:solidFill>
                <a:latin typeface="Calibri"/>
              </a:rPr>
              <a:t>Pilot to prove the model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2563EB"/>
                </a:solidFill>
                <a:latin typeface="Calibri"/>
              </a:rPr>
              <a:t>on real telemetry.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2563EB"/>
                </a:solidFill>
                <a:latin typeface="Calibri"/>
              </a:rPr>
              <a:t>Then scale to campus.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4206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Not a building-by-building rollout.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The pilot is not secure — and that is costed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Today: anonymous broker, no encryption. Fine on one machine.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Unacceptable in a building that dispatches technicians.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3017520"/>
          <a:ext cx="10332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6400800"/>
              </a:tblGrid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Hardening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Why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mTLS + per-topic ACLs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 room twin can only speak for itself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Signed commands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no replay, no spoofed shutdown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Audit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every action attributable to a person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Network segmentation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not routable from the office LAN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577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€4,000 — a line item, not a backlog ticket.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ETHICS AND OVERSIGHT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The model opens tickets. It never switches anything 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Every advisory carries requires_human_approval.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Supervisory autonomy is bounded at 1.5 °C — enforced by the 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62656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Occupancy is counted, never identified, and stays in the room that produced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958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Known limitations are shown in the dashboard, not just in the appendix.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There is no path from a model score to a physical action</a:t>
            </a:r>
          </a:p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that does not pass through a person.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Phase 1: instrumented pilot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32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77240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3 units, one floor, observe-only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3–6 months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Exit 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model recalibrated on REAL telemetry; fairness audit repeated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Named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real failures are rare — may see zero events; run in shadow mode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480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2563EB"/>
                </a:solidFill>
                <a:latin typeface="Calibri"/>
              </a:rPr>
              <a:t>Approve Phase 1, and the €4,000 security hardening up front.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Everything today is built on simulated data. The failure physics is calibrated against a published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industrial dataset, but no number in this business case is trustworthy until it has been seen on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this building. Phase 1 exists to find that out cheaply.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